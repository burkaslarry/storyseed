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654535ba9fa4e3f" /><Relationship Type="http://schemas.openxmlformats.org/officeDocument/2006/relationships/extended-properties" Target="/docProps/app.xml" Id="Rb2af1af99fe14d72" /><Relationship Type="http://schemas.openxmlformats.org/officeDocument/2006/relationships/officeDocument" Target="/ppt/presentation.xml" Id="Rfdb42b9e66854f7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fe060373c14d5d"/>
  </p:sldMasterIdLst>
  <p:notesMasterIdLst>
    <p:notesMasterId xmlns:r="http://schemas.openxmlformats.org/officeDocument/2006/relationships" r:id="Ra0d05fe8d11f4e31"/>
  </p:notesMasterIdLst>
  <p:sldIdLst>
    <p:sldId xmlns:r="http://schemas.openxmlformats.org/officeDocument/2006/relationships" id="256" r:id="R7d96216057b14d09"/>
    <p:sldId xmlns:r="http://schemas.openxmlformats.org/officeDocument/2006/relationships" id="257" r:id="R7bbb436f2f674847"/>
    <p:sldId xmlns:r="http://schemas.openxmlformats.org/officeDocument/2006/relationships" id="258" r:id="Rad81e7f84c3f4848"/>
    <p:sldId xmlns:r="http://schemas.openxmlformats.org/officeDocument/2006/relationships" id="259" r:id="Rcd9333f0b4c94cf3"/>
    <p:sldId xmlns:r="http://schemas.openxmlformats.org/officeDocument/2006/relationships" id="260" r:id="R75eef19bdd8e4ac9"/>
    <p:sldId xmlns:r="http://schemas.openxmlformats.org/officeDocument/2006/relationships" id="261" r:id="R9957b26f2c674407"/>
    <p:sldId xmlns:r="http://schemas.openxmlformats.org/officeDocument/2006/relationships" id="262" r:id="R93932cf96041479d"/>
    <p:sldId xmlns:r="http://schemas.openxmlformats.org/officeDocument/2006/relationships" id="263" r:id="R15792f53dccf4671"/>
    <p:sldId xmlns:r="http://schemas.openxmlformats.org/officeDocument/2006/relationships" id="264" r:id="Rf1823c03e16f4b8f"/>
    <p:sldId xmlns:r="http://schemas.openxmlformats.org/officeDocument/2006/relationships" id="265" r:id="Rc78aacd354674a71"/>
    <p:sldId xmlns:r="http://schemas.openxmlformats.org/officeDocument/2006/relationships" id="266" r:id="Rea3f1c9e1ecb42e6"/>
    <p:sldId xmlns:r="http://schemas.openxmlformats.org/officeDocument/2006/relationships" id="267" r:id="R2aa02ace3e0b4ccb"/>
    <p:sldId xmlns:r="http://schemas.openxmlformats.org/officeDocument/2006/relationships" id="268" r:id="Reb2d01c9617448e1"/>
    <p:sldId xmlns:r="http://schemas.openxmlformats.org/officeDocument/2006/relationships" id="269" r:id="Rbd74e764b9644fd8"/>
    <p:sldId xmlns:r="http://schemas.openxmlformats.org/officeDocument/2006/relationships" id="270" r:id="R0b183ede99114ca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bb32c20cb747c2" /><Relationship Type="http://schemas.openxmlformats.org/officeDocument/2006/relationships/slideMaster" Target="/ppt/slideMasters/slideMaster1.xml" Id="R07fe060373c14d5d" /><Relationship Type="http://schemas.openxmlformats.org/officeDocument/2006/relationships/notesMaster" Target="/ppt/notesMasters/notesMaster1.xml" Id="Ra0d05fe8d11f4e31" /><Relationship Type="http://schemas.openxmlformats.org/officeDocument/2006/relationships/presProps" Target="/ppt/presProps.xml" Id="R76c6b9aacbd44ec6" /><Relationship Type="http://schemas.openxmlformats.org/officeDocument/2006/relationships/tableStyles" Target="/ppt/tableStyles.xml" Id="Rbcd2773438c742be" /><Relationship Type="http://schemas.openxmlformats.org/officeDocument/2006/relationships/slide" Target="/ppt/slides/slide1.xml" Id="R7d96216057b14d09" /><Relationship Type="http://schemas.openxmlformats.org/officeDocument/2006/relationships/slide" Target="/ppt/slides/slide2.xml" Id="R7bbb436f2f674847" /><Relationship Type="http://schemas.openxmlformats.org/officeDocument/2006/relationships/slide" Target="/ppt/slides/slide3.xml" Id="Rad81e7f84c3f4848" /><Relationship Type="http://schemas.openxmlformats.org/officeDocument/2006/relationships/slide" Target="/ppt/slides/slide4.xml" Id="Rcd9333f0b4c94cf3" /><Relationship Type="http://schemas.openxmlformats.org/officeDocument/2006/relationships/slide" Target="/ppt/slides/slide5.xml" Id="R75eef19bdd8e4ac9" /><Relationship Type="http://schemas.openxmlformats.org/officeDocument/2006/relationships/slide" Target="/ppt/slides/slide6.xml" Id="R9957b26f2c674407" /><Relationship Type="http://schemas.openxmlformats.org/officeDocument/2006/relationships/slide" Target="/ppt/slides/slide7.xml" Id="R93932cf96041479d" /><Relationship Type="http://schemas.openxmlformats.org/officeDocument/2006/relationships/slide" Target="/ppt/slides/slide8.xml" Id="R15792f53dccf4671" /><Relationship Type="http://schemas.openxmlformats.org/officeDocument/2006/relationships/slide" Target="/ppt/slides/slide9.xml" Id="Rf1823c03e16f4b8f" /><Relationship Type="http://schemas.openxmlformats.org/officeDocument/2006/relationships/slide" Target="/ppt/slides/slide10.xml" Id="Rc78aacd354674a71" /><Relationship Type="http://schemas.openxmlformats.org/officeDocument/2006/relationships/slide" Target="/ppt/slides/slide11.xml" Id="Rea3f1c9e1ecb42e6" /><Relationship Type="http://schemas.openxmlformats.org/officeDocument/2006/relationships/slide" Target="/ppt/slides/slide12.xml" Id="R2aa02ace3e0b4ccb" /><Relationship Type="http://schemas.openxmlformats.org/officeDocument/2006/relationships/slide" Target="/ppt/slides/slide13.xml" Id="Reb2d01c9617448e1" /><Relationship Type="http://schemas.openxmlformats.org/officeDocument/2006/relationships/slide" Target="/ppt/slides/slide14.xml" Id="Rbd74e764b9644fd8" /><Relationship Type="http://schemas.openxmlformats.org/officeDocument/2006/relationships/slide" Target="/ppt/slides/slide15.xml" Id="R0b183ede99114c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791db1752e42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f474783f534269" /><Relationship Type="http://schemas.openxmlformats.org/officeDocument/2006/relationships/notesMaster" Target="/ppt/notesMasters/notesMaster1.xml" Id="R26fb90cd32954d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860bc49e7b4504" /><Relationship Type="http://schemas.openxmlformats.org/officeDocument/2006/relationships/notesMaster" Target="/ppt/notesMasters/notesMaster1.xml" Id="Rfd78865962574c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0d4c7f9814840cd" /><Relationship Type="http://schemas.openxmlformats.org/officeDocument/2006/relationships/notesMaster" Target="/ppt/notesMasters/notesMaster1.xml" Id="R0ec65010ac3b4f1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68995c1ff774aa2" /><Relationship Type="http://schemas.openxmlformats.org/officeDocument/2006/relationships/notesMaster" Target="/ppt/notesMasters/notesMaster1.xml" Id="Rfda58d872294450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169b4b7fbca424a" /><Relationship Type="http://schemas.openxmlformats.org/officeDocument/2006/relationships/notesMaster" Target="/ppt/notesMasters/notesMaster1.xml" Id="Rc20c849e884440d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1caad4d7b0740ba" /><Relationship Type="http://schemas.openxmlformats.org/officeDocument/2006/relationships/notesMaster" Target="/ppt/notesMasters/notesMaster1.xml" Id="R0e234c31be52438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fe94e2178934d25" /><Relationship Type="http://schemas.openxmlformats.org/officeDocument/2006/relationships/notesMaster" Target="/ppt/notesMasters/notesMaster1.xml" Id="R8cc53834ca754e7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15aa0a4549a40fc" /><Relationship Type="http://schemas.openxmlformats.org/officeDocument/2006/relationships/notesMaster" Target="/ppt/notesMasters/notesMaster1.xml" Id="Rd050e5a8af404ce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ba3282c5a0e490c" /><Relationship Type="http://schemas.openxmlformats.org/officeDocument/2006/relationships/notesMaster" Target="/ppt/notesMasters/notesMaster1.xml" Id="R2b22d11d4327435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370bcd574564759" /><Relationship Type="http://schemas.openxmlformats.org/officeDocument/2006/relationships/notesMaster" Target="/ppt/notesMasters/notesMaster1.xml" Id="R11100f6376864f8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5c904be200f4fa4" /><Relationship Type="http://schemas.openxmlformats.org/officeDocument/2006/relationships/notesMaster" Target="/ppt/notesMasters/notesMaster1.xml" Id="R35f22fe7cdc142a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4240c030bd04a8d" /><Relationship Type="http://schemas.openxmlformats.org/officeDocument/2006/relationships/notesMaster" Target="/ppt/notesMasters/notesMaster1.xml" Id="Ra0dbb74b81f24a4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2b1c48e027b43ea" /><Relationship Type="http://schemas.openxmlformats.org/officeDocument/2006/relationships/notesMaster" Target="/ppt/notesMasters/notesMaster1.xml" Id="R6d3d261475a04a5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5357cacae354304" /><Relationship Type="http://schemas.openxmlformats.org/officeDocument/2006/relationships/notesMaster" Target="/ppt/notesMasters/notesMaster1.xml" Id="Rf8a89aa226554d5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d81ed50f78449f6" /><Relationship Type="http://schemas.openxmlformats.org/officeDocument/2006/relationships/notesMaster" Target="/ppt/notesMasters/notesMaster1.xml" Id="R9b5aa2c21cf94d9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 StorySeed source src/storyseed-project、README.md 及 2026-10-14 live workflow。https://blue-llama-207349.hostingersite.com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 StorySeed source src/storyseed-project、README.md 及 2026-10-14 live workflow。https://blue-llama-207349.hostingersite.com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 StorySeed source src/storyseed-project、README.md 及 2026-10-14 live workflow。https://blue-llama-207349.hostingersite.com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 StorySeed source src/storyseed-project、README.md 及 2026-10-14 live workflow。https://blue-llama-207349.hostingersite.com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 StorySeed source src/storyseed-project、README.md 及 2026-10-14 live workflow。https://blue-llama-207349.hostingersite.com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 StorySeed source src/storyseed-project、README.md 及 2026-10-14 live workflow。https://blue-llama-207349.hostingersite.com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 StorySeed source src/storyseed-project、README.md 及 2026-10-14 live workflow。https://blue-llama-207349.hostingersite.com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 StorySeed source src/storyseed-project、README.md 及 2026-10-14 live workflow。https://blue-llama-207349.hostingersite.com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 StorySeed source src/storyseed-project、README.md 及 2026-10-14 live workflow。https://blue-llama-207349.hostingersite.com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 StorySeed source src/storyseed-project、README.md 及 2026-10-14 live workflow。https://blue-llama-207349.hostingersite.com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 StorySeed source src/storyseed-project、README.md 及 2026-10-14 live workflow。https://blue-llama-207349.hostingersite.com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 StorySeed source src/storyseed-project、README.md 及 2026-10-14 live workflow。https://blue-llama-207349.hostingersite.com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 StorySeed source src/storyseed-project、README.md 及 2026-10-14 live workflow。https://blue-llama-207349.hostingersite.com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依據 StorySeed source src/storyseed-project、README.md 及 2026-10-14 live workflow。https://blue-llama-207349.hostingersite.com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已於 2026-10-14 測試 admin 登入、重複 session 驗證及教師／學生管理清單。帳戶資料來源：使用者要求的私有 admin 帳戶。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a4e60cd9d84df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80fadaa081416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34b88c6127419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105e73a951410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2e76c2b367453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93297378504a7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DF0625F-63DC-43E3-9DD2-0058645027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297EFA6-4143-44AA-A828-A08CD37DABF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0CA1DC5-CADE-4808-BF06-7544C11AE1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EB6F3B9-7D80-4A99-B887-33D52C07E9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55D2A5E-5599-432B-9012-0553B640E61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A935F12-370F-475A-ADC7-88D6F7E05B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3BE3162-47DD-4BF4-8EE0-09789E7076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9C0F346-25BD-4443-8EDC-0C4ED245943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1B4A0CC-F36C-4981-AF90-607A681467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DD8B023-E548-4AC7-847B-F83D78908B6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a30b2119e904c0d" /><Relationship Type="http://schemas.openxmlformats.org/officeDocument/2006/relationships/slideLayout" Target="/ppt/slideLayouts/slideLayout1.xml" Id="Refed11d20ead45bf" /><Relationship Type="http://schemas.openxmlformats.org/officeDocument/2006/relationships/slideLayout" Target="/ppt/slideLayouts/slideLayout2.xml" Id="R32758a92136a4f3d" /><Relationship Type="http://schemas.openxmlformats.org/officeDocument/2006/relationships/slideLayout" Target="/ppt/slideLayouts/slideLayout3.xml" Id="R5160f0f6a3cb48b2" /><Relationship Type="http://schemas.openxmlformats.org/officeDocument/2006/relationships/slideLayout" Target="/ppt/slideLayouts/slideLayout4.xml" Id="R27f0a5011a8144c0" /><Relationship Type="http://schemas.openxmlformats.org/officeDocument/2006/relationships/slideLayout" Target="/ppt/slideLayouts/slideLayout5.xml" Id="Rac17c0fd13a4490f" /><Relationship Type="http://schemas.openxmlformats.org/officeDocument/2006/relationships/slideLayout" Target="/ppt/slideLayouts/slideLayout6.xml" Id="R1c40273733574b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ed11d20ead45bf"/>
    <p:sldLayoutId xmlns:r="http://schemas.openxmlformats.org/officeDocument/2006/relationships" id="2147483650" r:id="R32758a92136a4f3d"/>
    <p:sldLayoutId xmlns:r="http://schemas.openxmlformats.org/officeDocument/2006/relationships" id="2147483651" r:id="R5160f0f6a3cb48b2"/>
    <p:sldLayoutId xmlns:r="http://schemas.openxmlformats.org/officeDocument/2006/relationships" id="2147483652" r:id="R27f0a5011a8144c0"/>
    <p:sldLayoutId xmlns:r="http://schemas.openxmlformats.org/officeDocument/2006/relationships" id="2147483653" r:id="Rac17c0fd13a4490f"/>
    <p:sldLayoutId xmlns:r="http://schemas.openxmlformats.org/officeDocument/2006/relationships" id="2147483654" r:id="R1c40273733574b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4d445a4e234e9c" /><Relationship Type="http://schemas.openxmlformats.org/officeDocument/2006/relationships/notesSlide" Target="/ppt/notesSlides/notesSlide1.xml" Id="Raed16b00918b409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00ed50bc3d41ee" /><Relationship Type="http://schemas.openxmlformats.org/officeDocument/2006/relationships/notesSlide" Target="/ppt/notesSlides/notesSlide2.xml" Id="R897d507965a749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91fb04c1d84197" /><Relationship Type="http://schemas.openxmlformats.org/officeDocument/2006/relationships/notesSlide" Target="/ppt/notesSlides/notesSlide3.xml" Id="Rd592864c8dd242f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d6f38566de42b2" /><Relationship Type="http://schemas.openxmlformats.org/officeDocument/2006/relationships/notesSlide" Target="/ppt/notesSlides/notesSlide4.xml" Id="R3f5151c004e1457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a41919c1cb46a8" /><Relationship Type="http://schemas.openxmlformats.org/officeDocument/2006/relationships/notesSlide" Target="/ppt/notesSlides/notesSlide5.xml" Id="Re28a4fc39d5b492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f38d7e39034917" /><Relationship Type="http://schemas.openxmlformats.org/officeDocument/2006/relationships/notesSlide" Target="/ppt/notesSlides/notesSlide6.xml" Id="Rc0275887d1d043f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76262c24424f39" /><Relationship Type="http://schemas.openxmlformats.org/officeDocument/2006/relationships/notesSlide" Target="/ppt/notesSlides/notesSlide7.xml" Id="R7a05e237caab4e2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7f6e6271f74f52" /><Relationship Type="http://schemas.openxmlformats.org/officeDocument/2006/relationships/notesSlide" Target="/ppt/notesSlides/notesSlide8.xml" Id="Rd703488ea24e4f1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8eb94ca75542d6" /><Relationship Type="http://schemas.openxmlformats.org/officeDocument/2006/relationships/image" Target="/ppt/media/image.jpeg" Id="Rf5b62218bd134bc1" /><Relationship Type="http://schemas.openxmlformats.org/officeDocument/2006/relationships/notesSlide" Target="/ppt/notesSlides/notesSlide9.xml" Id="Rd8868c9f46974f8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9294627c6c4de7" /><Relationship Type="http://schemas.openxmlformats.org/officeDocument/2006/relationships/image" Target="/ppt/media/image2.jpeg" Id="R251f97c153d6407f" /><Relationship Type="http://schemas.openxmlformats.org/officeDocument/2006/relationships/notesSlide" Target="/ppt/notesSlides/notesSlide10.xml" Id="R172402c4e4c4443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2e5798d19446c5" /><Relationship Type="http://schemas.openxmlformats.org/officeDocument/2006/relationships/notesSlide" Target="/ppt/notesSlides/notesSlide11.xml" Id="Rda44e4036e2d466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bcfa3f573442f5" /><Relationship Type="http://schemas.openxmlformats.org/officeDocument/2006/relationships/notesSlide" Target="/ppt/notesSlides/notesSlide12.xml" Id="Re85bfe8e5473425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f486d70e7d4232" /><Relationship Type="http://schemas.openxmlformats.org/officeDocument/2006/relationships/notesSlide" Target="/ppt/notesSlides/notesSlide13.xml" Id="R63c85fff762d4a1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66e95667e043cd" /><Relationship Type="http://schemas.openxmlformats.org/officeDocument/2006/relationships/notesSlide" Target="/ppt/notesSlides/notesSlide14.xml" Id="Rb63a67636af94e6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46e5af71c0431f" /><Relationship Type="http://schemas.openxmlformats.org/officeDocument/2006/relationships/notesSlide" Target="/ppt/notesSlides/notesSlide15.xml" Id="R0319f52ed3724b8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F41108-6889-4B14-9BB7-5F024F1F6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StorySeed 操作教學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039FD6-800C-4B71-8FAB-DCDD24EF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9E0AC0-01EF-4FBB-AB65-6667E2057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A67B36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A67B36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A67B36"/>
                </a:solidFill>
                <a:latin typeface="PingFang TC"/>
                <a:ea typeface="PingFang TC"/>
                <a:cs typeface="PingFang TC"/>
              </a:rPr>
              <a:t>CHUNG SING SCHOOL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93DAF9-2CDD-484C-A0E0-FC7F52D84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66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435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4350" b="1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學生寫作 · 教師人手評分</a:t>
            </a:r>
          </a:p>
          <a:p xmlns:a="http://schemas.openxmlformats.org/drawingml/2006/main">
            <a:pPr>
              <a:buNone/>
              <a:defRPr sz="435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4350" b="1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學生名單 CSV 匯入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3563FA-6550-4AD6-B660-1C2404075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2026 年 10 月 14 日版本</a:t>
            </a:r>
          </a:p>
        </p:txBody>
      </p:sp>
    </p:spTree>
    <p:extLst>
      <p:ext uri="{BB962C8B-B14F-4D97-AF65-F5344CB8AC3E}">
        <p14:creationId xmlns:p14="http://schemas.microsoft.com/office/powerpoint/2010/main" val="8052545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6B6B85-5EDA-4B65-B88F-52D92BE8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三個登入入口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398357-0D25-49BB-9814-54D4DC16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C8F756-4923-4E1B-BAEC-2875B3E75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25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學生：/student-login</a:t>
            </a:r>
          </a:p>
          <a:p xmlns:a="http://schemas.openxmlformats.org/drawingml/2006/main">
            <a:pPr>
              <a:buNone/>
              <a:defRPr sz="225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使用校方 student ID 及教師提供的密碼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D3C324-7EE0-47C4-A03D-6CDFB964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9728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25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教師：/teacher-login</a:t>
            </a:r>
          </a:p>
          <a:p xmlns:a="http://schemas.openxmlformats.org/drawingml/2006/main">
            <a:pPr>
              <a:buNone/>
              <a:defRPr sz="225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使用電郵及密碼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393461-40DB-4A8D-9BC6-A570549F8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109728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25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管理員：/admin-login</a:t>
            </a:r>
          </a:p>
          <a:p xmlns:a="http://schemas.openxmlformats.org/drawingml/2006/main">
            <a:pPr>
              <a:buNone/>
              <a:defRPr sz="225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使用已獲管理員權限的帳戶</a:t>
            </a:r>
          </a:p>
        </p:txBody>
      </p:sp>
    </p:spTree>
    <p:extLst>
      <p:ext uri="{BB962C8B-B14F-4D97-AF65-F5344CB8AC3E}">
        <p14:creationId xmlns:p14="http://schemas.microsoft.com/office/powerpoint/2010/main" val="16306511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19F799-90AD-443A-84B6-DBF9E574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學生：登入寫作空間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E745DE-AE92-41DC-838C-FF900496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[F011][S021]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03E503-0960-4B59-853D-AAF870B2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9234F2-7252-46AA-96DB-8018BEA03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1  開啟網站的 /student-login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1E96E3-B525-45BE-8F0D-3B399137A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2  輸入 student ID，例如 w00001（示範）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97491C-9B2B-4677-A8ED-285478109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3  輸入教師交付的個人密碼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E179DD-1198-45DC-82E5-C1B00699F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4  已匯入密碼可直接登入；舊初始碼帳戶先改碼</a:t>
            </a:r>
          </a:p>
        </p:txBody>
      </p:sp>
    </p:spTree>
    <p:extLst>
      <p:ext uri="{BB962C8B-B14F-4D97-AF65-F5344CB8AC3E}">
        <p14:creationId xmlns:p14="http://schemas.microsoft.com/office/powerpoint/2010/main" val="7658930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A3D7C0-5537-46ED-94C8-DB6E94DE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學生：15 課寫作流程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5E4672-4C7D-41D4-9DF2-6A330F09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854EED-6A38-4F79-A7C1-F3696D97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1  在「15 課」選擇課堂及 P5／P6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07CE55-DE94-4F2A-8D9B-CDE92528C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2  依次完成構思、整理構思、大綱及草稿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06F0A0-C436-4E5B-9C91-67DEAA97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3  由學生自己修訂句子及內容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F1D587-62D4-44D1-B02B-22FC4CEA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4  每個階段按保存；完成後提交作品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F4C45F-C3EE-41FD-BCCF-683244E2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A67B36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A67B36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A67B36"/>
                </a:solidFill>
                <a:latin typeface="PingFang TC"/>
                <a:ea typeface="PingFang TC"/>
                <a:cs typeface="PingFang TC"/>
              </a:rPr>
              <a:t>AI 引導仍需另外設定；人手評分不需要 AI。</a:t>
            </a:r>
          </a:p>
        </p:txBody>
      </p:sp>
    </p:spTree>
    <p:extLst>
      <p:ext uri="{BB962C8B-B14F-4D97-AF65-F5344CB8AC3E}">
        <p14:creationId xmlns:p14="http://schemas.microsoft.com/office/powerpoint/2010/main" val="2952938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102639-7BB6-41BF-899E-044A657E8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學生：提交教師評分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7D0625-70E6-4A2A-BDE2-ADF972C21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[F012][S025]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50EE50-08C6-4E62-94C2-A4DA7903B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877A87-0A43-4782-B170-F78FFC67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1  開啟「校對」，選擇課堂作品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C51D12-E969-420F-B206-884B9FAA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2  填寫作品標題及內容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A0B271-CD57-4137-8B28-43A9D9081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3  「保存修訂版本」保留修改內容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CEF4EB-F01C-45B6-BBA2-C0A9B4E1C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4  「提交教師評分」將作品交給教師</a:t>
            </a:r>
          </a:p>
        </p:txBody>
      </p:sp>
    </p:spTree>
    <p:extLst>
      <p:ext uri="{BB962C8B-B14F-4D97-AF65-F5344CB8AC3E}">
        <p14:creationId xmlns:p14="http://schemas.microsoft.com/office/powerpoint/2010/main" val="13977725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2421B9-0491-49F9-9F71-4BD206EA5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學生：查看分數及評語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0F906F-4FE1-4029-8243-2E78E2A55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817D7B-9A34-497E-B043-E3E15F923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未評分：顯示「待教師評分，尚未有分數」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31C5F9-4079-4843-BB5E-ADAED1421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已評分：查看四項分數，總分滿分 100 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45679E-ED49-4A7C-BDDB-4B087858B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閱讀教師評語，再保存自己的修訂版本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61C3D3-853F-416A-B45B-29FC3164F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重新登入後仍可查看已保存的評分</a:t>
            </a:r>
          </a:p>
        </p:txBody>
      </p:sp>
    </p:spTree>
    <p:extLst>
      <p:ext uri="{BB962C8B-B14F-4D97-AF65-F5344CB8AC3E}">
        <p14:creationId xmlns:p14="http://schemas.microsoft.com/office/powerpoint/2010/main" val="4456956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A31449-0A77-44D9-8AED-9061B3C48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教師：登入及工作區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B1E540-0CAB-4EF0-B51B-370E66FFB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567E06-7623-4E8F-BD74-5D4DDBAE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1  開啟 /teacher-login，使用指定教師帳戶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13BBF1-A08C-479B-9620-71EFAAC19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2  「帳號」：上傳學生名單，匯出名單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312D9D-FA38-466A-8987-F0224E818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3  「校對」：閱讀學生作品及人手評分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CBE05B-A0CD-4454-A638-FD6C0AC5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4  教師只可以操作已指派的班別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18B2D6-8958-4CC9-91E9-9B860C39C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A67B36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A67B36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A67B36"/>
                </a:solidFill>
                <a:latin typeface="PingFang TC"/>
                <a:ea typeface="PingFang TC"/>
                <a:cs typeface="PingFang TC"/>
              </a:rPr>
              <a:t>測試帳戶及學生密碼請使用私有交付資料。</a:t>
            </a:r>
          </a:p>
        </p:txBody>
      </p:sp>
    </p:spTree>
    <p:extLst>
      <p:ext uri="{BB962C8B-B14F-4D97-AF65-F5344CB8AC3E}">
        <p14:creationId xmlns:p14="http://schemas.microsoft.com/office/powerpoint/2010/main" val="20531385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066701-4798-4106-942E-69EE6CF3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教師：學生 CSV 格式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D2DA90-AE9B-424C-95FB-243D1C4A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[F011][S021]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C83394-ED8F-4631-9ECE-87FEB4D0F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C3397B-F16A-4CCB-B4FA-AF703B9EF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必須有四個欄位：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92DE5C-2C72-40F5-8B23-DD26B2231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student ID,student name,student email,student password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35C944-29AD-4004-9EE9-70CE1DDB3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48025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UTF-8 CSV；密碼長度 8–32 字元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958075-5156-4430-A678-1D7351440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先選班別；可加 classCode 欄驗證班別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A291D4-2823-4A16-966F-36AE5A79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29175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每批最多 40 人；重複 ID／電郵會整批拒絕</a:t>
            </a:r>
          </a:p>
        </p:txBody>
      </p:sp>
    </p:spTree>
    <p:extLst>
      <p:ext uri="{BB962C8B-B14F-4D97-AF65-F5344CB8AC3E}">
        <p14:creationId xmlns:p14="http://schemas.microsoft.com/office/powerpoint/2010/main" val="10613559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D73989-4921-4927-89EB-803EEC89A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教師：上傳學生名單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C8489B-FBB1-4DBC-8592-EF66B4006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E16BE0-0D3E-4F05-B556-48CFAABE2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3762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1  選擇正確班別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8A1558-5475-48A8-83B3-A74FB598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7475"/>
            <a:ext cx="3762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2  按「上傳學生 CSV」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5094DD-77A0-4391-85DD-A21D260CC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3762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3  核對讀入內容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972D1B-CD63-4FAC-BCE7-AA1A3DA0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3762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4  按「預覽並生成帳號」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8898FB-220E-44D4-B61C-94C0962A02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b62218bd134bc1"/>
          <a:srcRect xmlns:a="http://schemas.openxmlformats.org/drawingml/2006/main" l="24500" t="51800" r="3000" b="3500"/>
          <a:stretch xmlns:a="http://schemas.openxmlformats.org/drawingml/2006/main"/>
        </p:blipFill>
        <p:spPr>
          <a:xfrm xmlns:a="http://schemas.openxmlformats.org/drawingml/2006/main">
            <a:off x="4762500" y="1571625"/>
            <a:ext cx="6667500" cy="4095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A5D31C-43EF-4E23-854D-EC62F0A9F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A67B36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A67B36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A67B36"/>
                </a:solidFill>
                <a:latin typeface="PingFang TC"/>
                <a:ea typeface="PingFang TC"/>
                <a:cs typeface="PingFang TC"/>
              </a:rPr>
              <a:t>附件 20 位學生已建立，勿重複匯入。</a:t>
            </a:r>
          </a:p>
        </p:txBody>
      </p:sp>
    </p:spTree>
    <p:extLst>
      <p:ext uri="{BB962C8B-B14F-4D97-AF65-F5344CB8AC3E}">
        <p14:creationId xmlns:p14="http://schemas.microsoft.com/office/powerpoint/2010/main" val="11959252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6205BC-6A9B-4B49-8858-2ED6FF3CE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教師：人手評分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4D36A2-7C8E-40F5-B39A-190482EA7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[F012][S026]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FBEC0D-06FB-40FB-B1B4-E667AA5E8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FD2A82-F011-40EB-B91F-56B75206A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3762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1  選取學生作品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989EF4-4C87-44E3-A5AB-1FFEA52CB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7475"/>
            <a:ext cx="3762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2  閱讀最新版本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DA9E01-61B6-4937-A392-3388C3D12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3762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3  四項各填 0–25 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C55A5F-0FC7-49F1-A079-4D1F8538A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3762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4  填評語並保存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42DDCC-09C4-484F-B5E0-FCAAD685CE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1f97c153d6407f"/>
          <a:stretch xmlns:a="http://schemas.openxmlformats.org/drawingml/2006/main"/>
        </p:blipFill>
        <p:spPr>
          <a:xfrm xmlns:a="http://schemas.openxmlformats.org/drawingml/2006/main">
            <a:off x="5243445" y="1476375"/>
            <a:ext cx="5800859" cy="4381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487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00F8B4-A62F-4F91-992F-D1ED46994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教師：評分項目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F7F381-5E56-4332-9F8E-161B24555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A94AA6-EC74-4EFA-BBF3-7C299D2E9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構思與創意：內容及原創表達，0–25 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BF5B9B-9B7B-42F7-A113-78B5A347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結構：開端、發展及結尾，0–25 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C70B03-B67A-4112-8C32-13A34F9E1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語言：詞語、句子及文法，0–25 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B63537-AA0B-4C50-893C-F24543D1F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修訂努力：根據回饋修改作品，0–25 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AF1A24-4518-4BFD-9A7C-464EDEEF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A67B36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A67B36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A67B36"/>
                </a:solidFill>
                <a:latin typeface="PingFang TC"/>
                <a:ea typeface="PingFang TC"/>
                <a:cs typeface="PingFang TC"/>
              </a:rPr>
              <a:t>四項都要填；保存後學生可以查看總分及評語。</a:t>
            </a:r>
          </a:p>
        </p:txBody>
      </p:sp>
    </p:spTree>
    <p:extLst>
      <p:ext uri="{BB962C8B-B14F-4D97-AF65-F5344CB8AC3E}">
        <p14:creationId xmlns:p14="http://schemas.microsoft.com/office/powerpoint/2010/main" val="37648784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88A154-5868-402E-8B92-AB25B974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教師：開設任務及教材文字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ADAE93-4065-4B98-9AE2-F182F8386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167BCA-451E-46BE-9711-7921955CC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1  在「寫作任務」選擇班別及年級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156765-6D6C-41C3-93F6-E352ED03A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9728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2  填寫任務標題及教材／寫作指示文字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179A2B-45FC-4DA0-99C9-3810A2065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9728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3  建立草稿後，可以向該班學生發佈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3AA957-8F08-4FD1-B57F-4F76C1BD0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09728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目前不支援 PDF／Word 教材上傳；</a:t>
            </a:r>
          </a:p>
          <a:p xmlns:a="http://schemas.openxmlformats.org/drawingml/2006/main">
            <a:pPr>
              <a:buNone/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自訂任務的學生選取畫面仍待補齊</a:t>
            </a:r>
          </a:p>
        </p:txBody>
      </p:sp>
    </p:spTree>
    <p:extLst>
      <p:ext uri="{BB962C8B-B14F-4D97-AF65-F5344CB8AC3E}">
        <p14:creationId xmlns:p14="http://schemas.microsoft.com/office/powerpoint/2010/main" val="29397812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79904D-09B2-4655-9AFA-5F26BEDFA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管理員：教師及學生帳戶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33C7C5-E104-4E44-A21A-3443E3F08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52D855-AB37-492D-A59E-3E433883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教師：新增電郵、密碼及顯示名稱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F23CC6-6E96-4B9B-BA58-F10C58B3B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10972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教師：編輯名稱／密碼，或移除登入權限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F7A943-DA8C-4030-B3EF-660F3A4B4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10972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學生：按班別查看，啟用或停用帳戶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92F3B2-7E5C-4012-84B2-0163F02DF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目前學生新增由教師 CSV／單一新增完成；</a:t>
            </a:r>
          </a:p>
          <a:p xmlns:a="http://schemas.openxmlformats.org/drawingml/2006/main">
            <a:pPr>
              <a:buNone/>
              <a:def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admin 學生姓名編輯及刪除按鈕尚未提供</a:t>
            </a:r>
          </a:p>
        </p:txBody>
      </p:sp>
    </p:spTree>
    <p:extLst>
      <p:ext uri="{BB962C8B-B14F-4D97-AF65-F5344CB8AC3E}">
        <p14:creationId xmlns:p14="http://schemas.microsoft.com/office/powerpoint/2010/main" val="21468955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FD246A-1963-48A9-B1AB-A9E50C036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明日課堂前檢查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B24FDF-93A3-4A36-826F-F1EE78D3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86379C-DC25-442D-BC9A-B0FF2697A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教師先登入，確認班別與名單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435CD5-BC65-467F-8907-1367BF024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學生拿到各自 student ID 及個人密碼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281A74-8E43-4B9B-947C-6ECBE6348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先試一份短作品：提交、評分、重新登入查看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2F5E26-F8A3-419A-AED0-4CAF7B5F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共用電腦用完後登出；密碼及名單勿公開分享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4F26B2-3CB6-4939-979D-05E29B175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A67B36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A67B36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A67B36"/>
                </a:solidFill>
                <a:latin typeface="PingFang TC"/>
                <a:ea typeface="PingFang TC"/>
                <a:cs typeface="PingFang TC"/>
              </a:rPr>
              <a:t>https://blue-llama-207349.hostingersite.com</a:t>
            </a:r>
          </a:p>
        </p:txBody>
      </p:sp>
    </p:spTree>
    <p:extLst>
      <p:ext uri="{BB962C8B-B14F-4D97-AF65-F5344CB8AC3E}">
        <p14:creationId xmlns:p14="http://schemas.microsoft.com/office/powerpoint/2010/main" val="37690472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22FC07-1460-4A87-BB84-FAA7D7B53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管理員登入資料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72F6E0-3688-46BF-BF99-92DB9435A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A67B36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A67B36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A67B36"/>
                </a:solidFill>
                <a:latin typeface="PingFang TC"/>
                <a:ea typeface="PingFang TC"/>
                <a:cs typeface="PingFang TC"/>
              </a:rPr>
              <a:t>登入網址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E7D5F9-0818-452D-BA7A-643D4D45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https://blue-llama-207349.hostingersite.com/admin-login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2E6C1A-30AB-4323-AB93-843BCF701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55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Email：admin@chungsing.edu.hk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BC10E3-B1D8-46FF-8F4C-962F3E4BF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43F38"/>
                </a:solidFill>
                <a:latin typeface="PingFang TC"/>
                <a:ea typeface="PingFang TC"/>
                <a:cs typeface="PingFang TC"/>
              </a:defRPr>
            </a:pPr>
            <a:r>
              <a:rPr sz="2550" b="0">
                <a:solidFill>
                  <a:srgbClr val="243F38"/>
                </a:solidFill>
                <a:latin typeface="PingFang TC"/>
                <a:ea typeface="PingFang TC"/>
                <a:cs typeface="PingFang TC"/>
              </a:rPr>
              <a:t>密碼：SsAdmin-1b94175ed6c4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F18ED6-BA17-4BA0-8BBF-A40507A41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A67B36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A67B36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A67B36"/>
                </a:solidFill>
                <a:latin typeface="PingFang TC"/>
                <a:ea typeface="PingFang TC"/>
                <a:cs typeface="PingFang TC"/>
              </a:rPr>
              <a:t>此頁包含管理員登入密碼，請只交付獲授權管理員。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FEB71E-15F6-491D-87D1-C6DB95668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7A8982"/>
                </a:solidFill>
                <a:latin typeface="PingFang TC"/>
                <a:ea typeface="PingFang TC"/>
                <a:cs typeface="PingFang TC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2151676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2026-10-14T08:17:48.6880000Z</dcterms:created>
  <dcterms:modified xsi:type="dcterms:W3CDTF">2026-10-14T08:17:48.6880000Z</dcterms:modified>
</coreProperties>
</file>