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e9a27f8f734056" /><Relationship Type="http://schemas.openxmlformats.org/officeDocument/2006/relationships/extended-properties" Target="/docProps/app.xml" Id="Raf85615707e64c77" /><Relationship Type="http://schemas.openxmlformats.org/officeDocument/2006/relationships/officeDocument" Target="/ppt/presentation.xml" Id="Rdacd8be7f3a241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6e40d6278d4213"/>
  </p:sldMasterIdLst>
  <p:notesMasterIdLst>
    <p:notesMasterId xmlns:r="http://schemas.openxmlformats.org/officeDocument/2006/relationships" r:id="R026cfcac92884bd8"/>
  </p:notesMasterIdLst>
  <p:sldIdLst>
    <p:sldId xmlns:r="http://schemas.openxmlformats.org/officeDocument/2006/relationships" id="256" r:id="Rff4f53ef07b84008"/>
    <p:sldId xmlns:r="http://schemas.openxmlformats.org/officeDocument/2006/relationships" id="257" r:id="R937ca1a8848f4350"/>
    <p:sldId xmlns:r="http://schemas.openxmlformats.org/officeDocument/2006/relationships" id="258" r:id="Rbb11a7930cd14692"/>
    <p:sldId xmlns:r="http://schemas.openxmlformats.org/officeDocument/2006/relationships" id="259" r:id="Re79afe73b02c4009"/>
    <p:sldId xmlns:r="http://schemas.openxmlformats.org/officeDocument/2006/relationships" id="260" r:id="Rcd8603bc4cdb492e"/>
    <p:sldId xmlns:r="http://schemas.openxmlformats.org/officeDocument/2006/relationships" id="261" r:id="Re10ea0525d704817"/>
    <p:sldId xmlns:r="http://schemas.openxmlformats.org/officeDocument/2006/relationships" id="262" r:id="R337216be4c3d4b94"/>
    <p:sldId xmlns:r="http://schemas.openxmlformats.org/officeDocument/2006/relationships" id="263" r:id="Rf48a06c004524adc"/>
    <p:sldId xmlns:r="http://schemas.openxmlformats.org/officeDocument/2006/relationships" id="264" r:id="R56e11a68294544dd"/>
    <p:sldId xmlns:r="http://schemas.openxmlformats.org/officeDocument/2006/relationships" id="265" r:id="R3f396e2db4cd48ef"/>
    <p:sldId xmlns:r="http://schemas.openxmlformats.org/officeDocument/2006/relationships" id="266" r:id="R3c7f42614cc84079"/>
    <p:sldId xmlns:r="http://schemas.openxmlformats.org/officeDocument/2006/relationships" id="267" r:id="R18636a9c9d934b39"/>
    <p:sldId xmlns:r="http://schemas.openxmlformats.org/officeDocument/2006/relationships" id="268" r:id="R0d6cebdee68745f4"/>
    <p:sldId xmlns:r="http://schemas.openxmlformats.org/officeDocument/2006/relationships" id="269" r:id="Rad520297364344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d4a1e3112a4f7e" /><Relationship Type="http://schemas.openxmlformats.org/officeDocument/2006/relationships/slideMaster" Target="/ppt/slideMasters/slideMaster1.xml" Id="Re76e40d6278d4213" /><Relationship Type="http://schemas.openxmlformats.org/officeDocument/2006/relationships/notesMaster" Target="/ppt/notesMasters/notesMaster1.xml" Id="R026cfcac92884bd8" /><Relationship Type="http://schemas.openxmlformats.org/officeDocument/2006/relationships/presProps" Target="/ppt/presProps.xml" Id="Raec6655a18a84324" /><Relationship Type="http://schemas.openxmlformats.org/officeDocument/2006/relationships/tableStyles" Target="/ppt/tableStyles.xml" Id="Rc5bf745b0b3e4e38" /><Relationship Type="http://schemas.openxmlformats.org/officeDocument/2006/relationships/slide" Target="/ppt/slides/slide1.xml" Id="Rff4f53ef07b84008" /><Relationship Type="http://schemas.openxmlformats.org/officeDocument/2006/relationships/slide" Target="/ppt/slides/slide2.xml" Id="R937ca1a8848f4350" /><Relationship Type="http://schemas.openxmlformats.org/officeDocument/2006/relationships/slide" Target="/ppt/slides/slide3.xml" Id="Rbb11a7930cd14692" /><Relationship Type="http://schemas.openxmlformats.org/officeDocument/2006/relationships/slide" Target="/ppt/slides/slide4.xml" Id="Re79afe73b02c4009" /><Relationship Type="http://schemas.openxmlformats.org/officeDocument/2006/relationships/slide" Target="/ppt/slides/slide5.xml" Id="Rcd8603bc4cdb492e" /><Relationship Type="http://schemas.openxmlformats.org/officeDocument/2006/relationships/slide" Target="/ppt/slides/slide6.xml" Id="Re10ea0525d704817" /><Relationship Type="http://schemas.openxmlformats.org/officeDocument/2006/relationships/slide" Target="/ppt/slides/slide7.xml" Id="R337216be4c3d4b94" /><Relationship Type="http://schemas.openxmlformats.org/officeDocument/2006/relationships/slide" Target="/ppt/slides/slide8.xml" Id="Rf48a06c004524adc" /><Relationship Type="http://schemas.openxmlformats.org/officeDocument/2006/relationships/slide" Target="/ppt/slides/slide9.xml" Id="R56e11a68294544dd" /><Relationship Type="http://schemas.openxmlformats.org/officeDocument/2006/relationships/slide" Target="/ppt/slides/slide10.xml" Id="R3f396e2db4cd48ef" /><Relationship Type="http://schemas.openxmlformats.org/officeDocument/2006/relationships/slide" Target="/ppt/slides/slide11.xml" Id="R3c7f42614cc84079" /><Relationship Type="http://schemas.openxmlformats.org/officeDocument/2006/relationships/slide" Target="/ppt/slides/slide12.xml" Id="R18636a9c9d934b39" /><Relationship Type="http://schemas.openxmlformats.org/officeDocument/2006/relationships/slide" Target="/ppt/slides/slide13.xml" Id="R0d6cebdee68745f4" /><Relationship Type="http://schemas.openxmlformats.org/officeDocument/2006/relationships/slide" Target="/ppt/slides/slide14.xml" Id="Rad520297364344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0f662d96bd4c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89c730bb544f87" /><Relationship Type="http://schemas.openxmlformats.org/officeDocument/2006/relationships/notesMaster" Target="/ppt/notesMasters/notesMaster1.xml" Id="R0b6a965692dd4a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054fbf9d8f4f02" /><Relationship Type="http://schemas.openxmlformats.org/officeDocument/2006/relationships/notesMaster" Target="/ppt/notesMasters/notesMaster1.xml" Id="R36df14ac56f748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eaf95fae4b4ea6" /><Relationship Type="http://schemas.openxmlformats.org/officeDocument/2006/relationships/notesMaster" Target="/ppt/notesMasters/notesMaster1.xml" Id="R475753d9d5a148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8185be95414872" /><Relationship Type="http://schemas.openxmlformats.org/officeDocument/2006/relationships/notesMaster" Target="/ppt/notesMasters/notesMaster1.xml" Id="R4791599411cc4a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3d6768e116469d" /><Relationship Type="http://schemas.openxmlformats.org/officeDocument/2006/relationships/notesMaster" Target="/ppt/notesMasters/notesMaster1.xml" Id="R8368b624196940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92ba9fbea545e1" /><Relationship Type="http://schemas.openxmlformats.org/officeDocument/2006/relationships/notesMaster" Target="/ppt/notesMasters/notesMaster1.xml" Id="R31a87f0e1d194b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3f4644a2c84b95" /><Relationship Type="http://schemas.openxmlformats.org/officeDocument/2006/relationships/notesMaster" Target="/ppt/notesMasters/notesMaster1.xml" Id="Rb52beff5217742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2c07a0b1b14e6a" /><Relationship Type="http://schemas.openxmlformats.org/officeDocument/2006/relationships/notesMaster" Target="/ppt/notesMasters/notesMaster1.xml" Id="Red2281f55fc146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d1b7521a464586" /><Relationship Type="http://schemas.openxmlformats.org/officeDocument/2006/relationships/notesMaster" Target="/ppt/notesMasters/notesMaster1.xml" Id="Rffed3417b05543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2adec53b264063" /><Relationship Type="http://schemas.openxmlformats.org/officeDocument/2006/relationships/notesMaster" Target="/ppt/notesMasters/notesMaster1.xml" Id="R122cf824918645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2f2e76400242ca" /><Relationship Type="http://schemas.openxmlformats.org/officeDocument/2006/relationships/notesMaster" Target="/ppt/notesMasters/notesMaster1.xml" Id="Re4e21a2591544e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226eacefc64a50" /><Relationship Type="http://schemas.openxmlformats.org/officeDocument/2006/relationships/notesMaster" Target="/ppt/notesMasters/notesMaster1.xml" Id="Re45d9133efd646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e7b3a2e8064a4a" /><Relationship Type="http://schemas.openxmlformats.org/officeDocument/2006/relationships/notesMaster" Target="/ppt/notesMasters/notesMaster1.xml" Id="R064b232a018e4e9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985d1c44294031" /><Relationship Type="http://schemas.openxmlformats.org/officeDocument/2006/relationships/notesMaster" Target="/ppt/notesMasters/notesMaster1.xml" Id="Rdc7034659fb04c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d1c4fe14ea46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8996be018247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cd60ba378944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77b38acbf742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075300af644d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bef164350747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F0625F-63DC-43E3-9DD2-0058645027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97EFA6-4143-44AA-A828-A08CD37DAB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CA1DC5-CADE-4808-BF06-7544C11AE1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B6F3B9-7D80-4A99-B887-33D52C07E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55D2A5E-5599-432B-9012-0553B640E6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935F12-370F-475A-ADC7-88D6F7E05B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BE3162-47DD-4BF4-8EE0-09789E7076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C0F346-25BD-4443-8EDC-0C4ED24594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B4A0CC-F36C-4981-AF90-607A681467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D8B023-E548-4AC7-847B-F83D78908B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72801d0ac44f8b" /><Relationship Type="http://schemas.openxmlformats.org/officeDocument/2006/relationships/slideLayout" Target="/ppt/slideLayouts/slideLayout1.xml" Id="Rd6d19a8a1c7c4544" /><Relationship Type="http://schemas.openxmlformats.org/officeDocument/2006/relationships/slideLayout" Target="/ppt/slideLayouts/slideLayout2.xml" Id="R39971832395f4989" /><Relationship Type="http://schemas.openxmlformats.org/officeDocument/2006/relationships/slideLayout" Target="/ppt/slideLayouts/slideLayout3.xml" Id="R0303923334b34433" /><Relationship Type="http://schemas.openxmlformats.org/officeDocument/2006/relationships/slideLayout" Target="/ppt/slideLayouts/slideLayout4.xml" Id="Rb1ad0fd360964d81" /><Relationship Type="http://schemas.openxmlformats.org/officeDocument/2006/relationships/slideLayout" Target="/ppt/slideLayouts/slideLayout5.xml" Id="Ra03c680e78824021" /><Relationship Type="http://schemas.openxmlformats.org/officeDocument/2006/relationships/slideLayout" Target="/ppt/slideLayouts/slideLayout6.xml" Id="R0c2b428347f840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d19a8a1c7c4544"/>
    <p:sldLayoutId xmlns:r="http://schemas.openxmlformats.org/officeDocument/2006/relationships" id="2147483650" r:id="R39971832395f4989"/>
    <p:sldLayoutId xmlns:r="http://schemas.openxmlformats.org/officeDocument/2006/relationships" id="2147483651" r:id="R0303923334b34433"/>
    <p:sldLayoutId xmlns:r="http://schemas.openxmlformats.org/officeDocument/2006/relationships" id="2147483652" r:id="Rb1ad0fd360964d81"/>
    <p:sldLayoutId xmlns:r="http://schemas.openxmlformats.org/officeDocument/2006/relationships" id="2147483653" r:id="Ra03c680e78824021"/>
    <p:sldLayoutId xmlns:r="http://schemas.openxmlformats.org/officeDocument/2006/relationships" id="2147483654" r:id="R0c2b428347f840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2c53c6c82946f4" /><Relationship Type="http://schemas.openxmlformats.org/officeDocument/2006/relationships/notesSlide" Target="/ppt/notesSlides/notesSlide1.xml" Id="Rf7ccd92d368845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7357d2cfb343a6" /><Relationship Type="http://schemas.openxmlformats.org/officeDocument/2006/relationships/notesSlide" Target="/ppt/notesSlides/notesSlide2.xml" Id="R72ea49e8fabf49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22269b34a941d8" /><Relationship Type="http://schemas.openxmlformats.org/officeDocument/2006/relationships/notesSlide" Target="/ppt/notesSlides/notesSlide3.xml" Id="Rbc362b1e6de240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0baea0c57f4677" /><Relationship Type="http://schemas.openxmlformats.org/officeDocument/2006/relationships/notesSlide" Target="/ppt/notesSlides/notesSlide4.xml" Id="R438cb90d4a8c42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332b3fb3e44e5a" /><Relationship Type="http://schemas.openxmlformats.org/officeDocument/2006/relationships/notesSlide" Target="/ppt/notesSlides/notesSlide5.xml" Id="R1bbed154936d46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3e5321b45a4811" /><Relationship Type="http://schemas.openxmlformats.org/officeDocument/2006/relationships/notesSlide" Target="/ppt/notesSlides/notesSlide6.xml" Id="R1f147208677941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6cabeecd0a4273" /><Relationship Type="http://schemas.openxmlformats.org/officeDocument/2006/relationships/notesSlide" Target="/ppt/notesSlides/notesSlide7.xml" Id="Rd6c9f128c5834c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223084938e4204" /><Relationship Type="http://schemas.openxmlformats.org/officeDocument/2006/relationships/notesSlide" Target="/ppt/notesSlides/notesSlide8.xml" Id="R8fbcf268ab1e41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3a8425dd7f4074" /><Relationship Type="http://schemas.openxmlformats.org/officeDocument/2006/relationships/image" Target="/ppt/media/image.jpeg" Id="Rca70ac0c22734b57" /><Relationship Type="http://schemas.openxmlformats.org/officeDocument/2006/relationships/notesSlide" Target="/ppt/notesSlides/notesSlide9.xml" Id="Rcc16e2d649bb45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ddb392754c418a" /><Relationship Type="http://schemas.openxmlformats.org/officeDocument/2006/relationships/image" Target="/ppt/media/image2.jpeg" Id="R9cbd1c8892b94c47" /><Relationship Type="http://schemas.openxmlformats.org/officeDocument/2006/relationships/notesSlide" Target="/ppt/notesSlides/notesSlide10.xml" Id="R8ed5cb52544943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63ae5a5c9e4ffc" /><Relationship Type="http://schemas.openxmlformats.org/officeDocument/2006/relationships/notesSlide" Target="/ppt/notesSlides/notesSlide11.xml" Id="R5e833beb10c947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d6445081104228" /><Relationship Type="http://schemas.openxmlformats.org/officeDocument/2006/relationships/notesSlide" Target="/ppt/notesSlides/notesSlide12.xml" Id="Rdf71dccb9df243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23f4a6fe594238" /><Relationship Type="http://schemas.openxmlformats.org/officeDocument/2006/relationships/notesSlide" Target="/ppt/notesSlides/notesSlide13.xml" Id="R1262bbda6cdb4d3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a694429fbb49f9" /><Relationship Type="http://schemas.openxmlformats.org/officeDocument/2006/relationships/notesSlide" Target="/ppt/notesSlides/notesSlide14.xml" Id="Rfc36458976714e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41108-6889-4B14-9BB7-5F024F1F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StorySeed 操作教學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39FD6-800C-4B71-8FAB-DCDD24EF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E0AC0-01EF-4FBB-AB65-6667E205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CHUNG SING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3DAF9-2CDD-484C-A0E0-FC7F52D8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學生寫作 · 教師人手評分</a:t>
            </a:r>
          </a:p>
          <a:p xmlns:a="http://schemas.openxmlformats.org/drawingml/2006/main">
            <a:pPr>
              <a:def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學生名單 CSV 匯入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563FA-6550-4AD6-B660-1C240407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2026 年 10 月 14 日版本</a:t>
            </a:r>
          </a:p>
        </p:txBody>
      </p:sp>
    </p:spTree>
    <p:extLst>
      <p:ext uri="{BB962C8B-B14F-4D97-AF65-F5344CB8AC3E}">
        <p14:creationId xmlns:p14="http://schemas.microsoft.com/office/powerpoint/2010/main" val="8052545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B6B85-5EDA-4B65-B88F-52D92BE8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三個登入入口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98357-0D25-49BB-9814-54D4DC16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8F756-4923-4E1B-BAEC-2875B3E7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學生：/student-login</a:t>
            </a:r>
          </a:p>
          <a:p xmlns:a="http://schemas.openxmlformats.org/drawingml/2006/main">
            <a: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使用校方 student ID 及教師提供的密碼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3C324-7EE0-47C4-A03D-6CDFB964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教師：/teacher-login</a:t>
            </a:r>
          </a:p>
          <a:p xmlns:a="http://schemas.openxmlformats.org/drawingml/2006/main">
            <a: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使用電郵及密碼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93461-40DB-4A8D-9BC6-A570549F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管理員：/admin-login</a:t>
            </a:r>
          </a:p>
          <a:p xmlns:a="http://schemas.openxmlformats.org/drawingml/2006/main">
            <a: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使用已獲管理員權限的帳戶</a:t>
            </a:r>
          </a:p>
        </p:txBody>
      </p:sp>
    </p:spTree>
    <p:extLst>
      <p:ext uri="{BB962C8B-B14F-4D97-AF65-F5344CB8AC3E}">
        <p14:creationId xmlns:p14="http://schemas.microsoft.com/office/powerpoint/2010/main" val="1630651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9F799-90AD-443A-84B6-DBF9E574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學生：登入寫作空間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745DE-AE92-41DC-838C-FF900496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[F011][S021]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3E503-0960-4B59-853D-AAF870B2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234F2-7252-46AA-96DB-8018BEA0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開啟網站的 /student-login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E96E3-B525-45BE-8F0D-3B399137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輸入 student ID，例如 w00001（示範）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7491C-9B2B-4677-A8ED-28547810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輸入教師交付的個人密碼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179DD-1198-45DC-82E5-C1B00699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已匯入密碼可直接登入；舊初始碼帳戶先改碼</a:t>
            </a:r>
          </a:p>
        </p:txBody>
      </p:sp>
    </p:spTree>
    <p:extLst>
      <p:ext uri="{BB962C8B-B14F-4D97-AF65-F5344CB8AC3E}">
        <p14:creationId xmlns:p14="http://schemas.microsoft.com/office/powerpoint/2010/main" val="7658930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3D7C0-5537-46ED-94C8-DB6E94DE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學生：15 課寫作流程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E4672-4C7D-41D4-9DF2-6A330F09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54EED-6A38-4F79-A7C1-F3696D97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在「15 課」選擇課堂及 P5／P6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7CE55-DE94-4F2A-8D9B-CDE92528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依次完成構思、整理構思、大綱及草稿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6F0A0-C436-4E5B-9C91-67DEAA97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由學生自己修訂句子及內容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1D587-62D4-44D1-B02B-22FC4CEA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每個階段按保存；完成後提交作品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4C45F-C3EE-41FD-BCCF-683244E2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AI 引導仍需另外設定；人手評分不需要 AI。</a:t>
            </a:r>
          </a:p>
        </p:txBody>
      </p:sp>
    </p:spTree>
    <p:extLst>
      <p:ext uri="{BB962C8B-B14F-4D97-AF65-F5344CB8AC3E}">
        <p14:creationId xmlns:p14="http://schemas.microsoft.com/office/powerpoint/2010/main" val="295293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02639-7BB6-41BF-899E-044A657E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學生：提交教師評分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D0625-70E6-4A2A-BDE2-ADF972C2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[F012][S025]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0EE50-08C6-4E62-94C2-A4DA7903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77A87-0A43-4782-B170-F78FFC67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開啟「校對」，選擇課堂作品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51D12-E969-420F-B206-884B9FAA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填寫作品標題及內容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0B271-CD57-4137-8B28-43A9D908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「保存修訂版本」保留修改內容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EF4EB-F01C-45B6-BBA2-C0A9B4E1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「提交教師評分」將作品交給教師</a:t>
            </a:r>
          </a:p>
        </p:txBody>
      </p:sp>
    </p:spTree>
    <p:extLst>
      <p:ext uri="{BB962C8B-B14F-4D97-AF65-F5344CB8AC3E}">
        <p14:creationId xmlns:p14="http://schemas.microsoft.com/office/powerpoint/2010/main" val="13977725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421B9-0491-49F9-9F71-4BD206EA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學生：查看分數及評語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F906F-4FE1-4029-8243-2E78E2A5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17D7B-9A34-497E-B043-E3E15F92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未評分：顯示「待教師評分，尚未有分數」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1C5F9-4079-4843-BB5E-ADAED142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已評分：查看四項分數，總分滿分 100 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5679E-ED49-4A7C-BDDB-4B087858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閱讀教師評語，再保存自己的修訂版本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1C3D3-853F-416A-B45B-29FC3164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重新登入後仍可查看已保存的評分</a:t>
            </a:r>
          </a:p>
        </p:txBody>
      </p:sp>
    </p:spTree>
    <p:extLst>
      <p:ext uri="{BB962C8B-B14F-4D97-AF65-F5344CB8AC3E}">
        <p14:creationId xmlns:p14="http://schemas.microsoft.com/office/powerpoint/2010/main" val="4456956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31449-0A77-44D9-8AED-9061B3C4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教師：登入及工作區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1E540-0CAB-4EF0-B51B-370E66FF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67E06-7623-4E8F-BD74-5D4DDBAE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開啟 /teacher-login，使用指定教師帳戶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3BBF1-A08C-479B-9620-71EFAAC1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「帳號」：上傳學生名單，匯出名單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12D9D-FA38-466A-8987-F0224E81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「校對」：閱讀學生作品及人手評分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BE05B-A0CD-4454-A638-FD6C0AC5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教師只可以操作已指派的班別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8B2D6-8958-4CC9-91E9-9B860C39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測試帳戶及學生密碼請使用私有交付資料。</a:t>
            </a:r>
          </a:p>
        </p:txBody>
      </p:sp>
    </p:spTree>
    <p:extLst>
      <p:ext uri="{BB962C8B-B14F-4D97-AF65-F5344CB8AC3E}">
        <p14:creationId xmlns:p14="http://schemas.microsoft.com/office/powerpoint/2010/main" val="20531385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66701-4798-4106-942E-69EE6CF3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教師：學生 CSV 格式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2DA90-AE9B-424C-95FB-243D1C4A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[F011][S021]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83394-ED8F-4631-9ECE-87FEB4D0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3397B-F16A-4CCB-B4FA-AF703B9E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必須有四個欄位：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2DE5C-2C72-40F5-8B23-DD26B223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student ID,student name,student email,student password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5C944-29AD-4004-9EE9-70CE1DDB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UTF-8 CSV；密碼長度 8–32 字元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58075-5156-4430-A678-1D735144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先選班別；可加 classCode 欄驗證班別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291D4-2823-4A16-966F-36AE5A79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每批最多 40 人；重複 ID／電郵會整批拒絕</a:t>
            </a:r>
          </a:p>
        </p:txBody>
      </p:sp>
    </p:spTree>
    <p:extLst>
      <p:ext uri="{BB962C8B-B14F-4D97-AF65-F5344CB8AC3E}">
        <p14:creationId xmlns:p14="http://schemas.microsoft.com/office/powerpoint/2010/main" val="10613559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73989-4921-4927-89EB-803EEC89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教師：上傳學生名單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8489B-FBB1-4DBC-8592-EF66B400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16BE0-0D3E-4F05-B556-48CFAABE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選擇正確班別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A1558-5475-48A8-83B3-A74FB598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按「上傳學生 CSV」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094DD-77A0-4391-85DD-A21D260C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核對讀入內容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72D1B-CD63-4FAC-BCE7-AA1A3DA0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按「預覽並生成帳號」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2D343-2709-43DC-B4F4-19EDEC7EEF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0ac0c22734b57"/>
          <a:srcRect xmlns:a="http://schemas.openxmlformats.org/drawingml/2006/main" l="24500" t="51800" r="3000" b="3500"/>
          <a:stretch xmlns:a="http://schemas.openxmlformats.org/drawingml/2006/main"/>
        </p:blipFill>
        <p:spPr>
          <a:xfrm xmlns:a="http://schemas.openxmlformats.org/drawingml/2006/main">
            <a:off x="4762500" y="1571625"/>
            <a:ext cx="6667500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5D31C-43EF-4E23-854D-EC62F0A9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附件 20 位學生已建立，勿重複匯入。</a:t>
            </a:r>
          </a:p>
        </p:txBody>
      </p:sp>
    </p:spTree>
    <p:extLst>
      <p:ext uri="{BB962C8B-B14F-4D97-AF65-F5344CB8AC3E}">
        <p14:creationId xmlns:p14="http://schemas.microsoft.com/office/powerpoint/2010/main" val="11959252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205BC-6A9B-4B49-8858-2ED6FF3C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教師：人手評分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D36A2-7C8E-40F5-B39A-190482EA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[F012][S026]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BEC0D-06FB-40FB-B1B4-E667AA5E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D2A82-F011-40EB-B91F-56B75206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選取學生作品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89EF4-4C87-44E3-A5AB-1FFEA52C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閱讀最新版本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A9E01-61B6-4937-A392-3388C3D1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四項各填 0–25 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55A5F-0FC7-49F1-A079-4D1F8538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填評語並保存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9CEB4-3AE3-453B-8839-508604F0EA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d1c8892b94c47"/>
          <a:stretch xmlns:a="http://schemas.openxmlformats.org/drawingml/2006/main"/>
        </p:blipFill>
        <p:spPr>
          <a:xfrm xmlns:a="http://schemas.openxmlformats.org/drawingml/2006/main">
            <a:off x="5243445" y="1476375"/>
            <a:ext cx="5800859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48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0F8B4-A62F-4F91-992F-D1ED4699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教師：評分項目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7F381-5E56-4332-9F8E-161B2455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94AA6-EC74-4EFA-BBF3-7C299D2E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構思與創意：內容及原創表達，0–25 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F5B9B-9B7B-42F7-A113-78B5A347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結構：開端、發展及結尾，0–25 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70B03-B67A-4112-8C32-13A34F9E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語言：詞語、句子及文法，0–25 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63537-AA0B-4C50-893C-F24543D1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修訂努力：根據回饋修改作品，0–25 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F1A24-4518-4BFD-9A7C-464EDEEF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四項都要填；保存後學生可以查看總分及評語。</a:t>
            </a:r>
          </a:p>
        </p:txBody>
      </p:sp>
    </p:spTree>
    <p:extLst>
      <p:ext uri="{BB962C8B-B14F-4D97-AF65-F5344CB8AC3E}">
        <p14:creationId xmlns:p14="http://schemas.microsoft.com/office/powerpoint/2010/main" val="3764878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8A154-5868-402E-8B92-AB25B974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教師：開設任務及教材文字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DAE93-4065-4B98-9AE2-F182F838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67BCA-451E-46BE-9711-7921955C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在「寫作任務」選擇班別及年級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56765-6D6C-41C3-93F6-E352ED03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填寫任務標題及教材／寫作指示文字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79A2B-45FC-4DA0-99C9-3810A206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建立草稿後，可以向該班學生發佈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AA957-8F08-4FD1-B57F-4F76C1BD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目前不支援 PDF／Word 教材上傳；</a:t>
            </a:r>
          </a:p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自訂任務的學生選取畫面仍待補齊</a:t>
            </a:r>
          </a:p>
        </p:txBody>
      </p:sp>
    </p:spTree>
    <p:extLst>
      <p:ext uri="{BB962C8B-B14F-4D97-AF65-F5344CB8AC3E}">
        <p14:creationId xmlns:p14="http://schemas.microsoft.com/office/powerpoint/2010/main" val="2939781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9904D-09B2-4655-9AFA-5F26BEDF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管理員：教師及學生帳戶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3C7C5-E104-4E44-A21A-3443E3F0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2D855-AB37-492D-A59E-3E433883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教師：新增電郵、密碼及顯示名稱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23CC6-6E96-4B9B-BA58-F10C58B3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教師：編輯名稱／密碼，或移除登入權限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7A943-DA8C-4030-B3EF-660F3A4B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學生：按班別查看，啟用或停用帳戶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2F3B2-7E5C-4012-84B2-0163F02D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目前學生新增由教師 CSV／單一新增完成；</a:t>
            </a:r>
          </a:p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admin 學生姓名編輯及刪除按鈕尚未提供</a:t>
            </a:r>
          </a:p>
        </p:txBody>
      </p:sp>
    </p:spTree>
    <p:extLst>
      <p:ext uri="{BB962C8B-B14F-4D97-AF65-F5344CB8AC3E}">
        <p14:creationId xmlns:p14="http://schemas.microsoft.com/office/powerpoint/2010/main" val="2146895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D246A-1963-48A9-B1AB-A9E50C03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明日課堂前檢查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24FDF-93A3-4A36-826F-F1EE78D3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6379C-DC25-442D-BC9A-B0FF2697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教師先登入，確認班別與名單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35CD5-BC65-467F-8907-1367BF02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學生拿到各自 student ID 及個人密碼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81A74-8E43-4B9B-947C-6ECBE634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先試一份短作品：提交、評分、重新登入查看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F5E26-F8A3-419A-AED0-4CAF7B5F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共用電腦用完後登出；密碼及名單勿公開分享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F26B2-3CB6-4939-979D-05E29B17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https://blue-llama-207349.hostingersite.com</a:t>
            </a:r>
          </a:p>
        </p:txBody>
      </p:sp>
    </p:spTree>
    <p:extLst>
      <p:ext uri="{BB962C8B-B14F-4D97-AF65-F5344CB8AC3E}">
        <p14:creationId xmlns:p14="http://schemas.microsoft.com/office/powerpoint/2010/main" val="376904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2026-10-14T07:58:11.5840000Z</dcterms:created>
  <dcterms:modified xsi:type="dcterms:W3CDTF">2026-10-14T07:58:11.5840000Z</dcterms:modified>
</coreProperties>
</file>