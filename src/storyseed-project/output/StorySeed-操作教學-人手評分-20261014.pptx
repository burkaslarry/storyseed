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a952f376354a63" /><Relationship Type="http://schemas.openxmlformats.org/officeDocument/2006/relationships/extended-properties" Target="/docProps/app.xml" Id="Rb096d511e39f4b1d" /><Relationship Type="http://schemas.openxmlformats.org/officeDocument/2006/relationships/officeDocument" Target="/ppt/presentation.xml" Id="Rde6187f9c62d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3f2d514c374086"/>
  </p:sldMasterIdLst>
  <p:notesMasterIdLst>
    <p:notesMasterId xmlns:r="http://schemas.openxmlformats.org/officeDocument/2006/relationships" r:id="R6dbc51d2b3c54020"/>
  </p:notesMasterIdLst>
  <p:sldIdLst>
    <p:sldId xmlns:r="http://schemas.openxmlformats.org/officeDocument/2006/relationships" id="256" r:id="R44c3c7a9ef4d47b8"/>
    <p:sldId xmlns:r="http://schemas.openxmlformats.org/officeDocument/2006/relationships" id="257" r:id="R84aa351bf1a54538"/>
    <p:sldId xmlns:r="http://schemas.openxmlformats.org/officeDocument/2006/relationships" id="258" r:id="R7eda7ec3e6624fae"/>
    <p:sldId xmlns:r="http://schemas.openxmlformats.org/officeDocument/2006/relationships" id="259" r:id="Ra6cc5109712449cc"/>
    <p:sldId xmlns:r="http://schemas.openxmlformats.org/officeDocument/2006/relationships" id="260" r:id="R41fc3f1c236a4201"/>
    <p:sldId xmlns:r="http://schemas.openxmlformats.org/officeDocument/2006/relationships" id="261" r:id="R393fc5e13c7c4fce"/>
    <p:sldId xmlns:r="http://schemas.openxmlformats.org/officeDocument/2006/relationships" id="262" r:id="R5e0d2e1a18344942"/>
    <p:sldId xmlns:r="http://schemas.openxmlformats.org/officeDocument/2006/relationships" id="263" r:id="R929048ee773c410d"/>
    <p:sldId xmlns:r="http://schemas.openxmlformats.org/officeDocument/2006/relationships" id="264" r:id="R7cebe9e4945a4d60"/>
    <p:sldId xmlns:r="http://schemas.openxmlformats.org/officeDocument/2006/relationships" id="265" r:id="R768eedc7babc483f"/>
    <p:sldId xmlns:r="http://schemas.openxmlformats.org/officeDocument/2006/relationships" id="266" r:id="R49b5c7c868ce4862"/>
    <p:sldId xmlns:r="http://schemas.openxmlformats.org/officeDocument/2006/relationships" id="267" r:id="R52bdff7a6f234a8f"/>
    <p:sldId xmlns:r="http://schemas.openxmlformats.org/officeDocument/2006/relationships" id="268" r:id="Rc93f583534454157"/>
    <p:sldId xmlns:r="http://schemas.openxmlformats.org/officeDocument/2006/relationships" id="269" r:id="Rae162fd0935f4b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14e83f23cb478c" /><Relationship Type="http://schemas.openxmlformats.org/officeDocument/2006/relationships/slideMaster" Target="/ppt/slideMasters/slideMaster1.xml" Id="Rf23f2d514c374086" /><Relationship Type="http://schemas.openxmlformats.org/officeDocument/2006/relationships/notesMaster" Target="/ppt/notesMasters/notesMaster1.xml" Id="R6dbc51d2b3c54020" /><Relationship Type="http://schemas.openxmlformats.org/officeDocument/2006/relationships/presProps" Target="/ppt/presProps.xml" Id="R827e9bdc3d374761" /><Relationship Type="http://schemas.openxmlformats.org/officeDocument/2006/relationships/tableStyles" Target="/ppt/tableStyles.xml" Id="R8ea1854f05fc435c" /><Relationship Type="http://schemas.openxmlformats.org/officeDocument/2006/relationships/slide" Target="/ppt/slides/slide1.xml" Id="R44c3c7a9ef4d47b8" /><Relationship Type="http://schemas.openxmlformats.org/officeDocument/2006/relationships/slide" Target="/ppt/slides/slide2.xml" Id="R84aa351bf1a54538" /><Relationship Type="http://schemas.openxmlformats.org/officeDocument/2006/relationships/slide" Target="/ppt/slides/slide3.xml" Id="R7eda7ec3e6624fae" /><Relationship Type="http://schemas.openxmlformats.org/officeDocument/2006/relationships/slide" Target="/ppt/slides/slide4.xml" Id="Ra6cc5109712449cc" /><Relationship Type="http://schemas.openxmlformats.org/officeDocument/2006/relationships/slide" Target="/ppt/slides/slide5.xml" Id="R41fc3f1c236a4201" /><Relationship Type="http://schemas.openxmlformats.org/officeDocument/2006/relationships/slide" Target="/ppt/slides/slide6.xml" Id="R393fc5e13c7c4fce" /><Relationship Type="http://schemas.openxmlformats.org/officeDocument/2006/relationships/slide" Target="/ppt/slides/slide7.xml" Id="R5e0d2e1a18344942" /><Relationship Type="http://schemas.openxmlformats.org/officeDocument/2006/relationships/slide" Target="/ppt/slides/slide8.xml" Id="R929048ee773c410d" /><Relationship Type="http://schemas.openxmlformats.org/officeDocument/2006/relationships/slide" Target="/ppt/slides/slide9.xml" Id="R7cebe9e4945a4d60" /><Relationship Type="http://schemas.openxmlformats.org/officeDocument/2006/relationships/slide" Target="/ppt/slides/slide10.xml" Id="R768eedc7babc483f" /><Relationship Type="http://schemas.openxmlformats.org/officeDocument/2006/relationships/slide" Target="/ppt/slides/slide11.xml" Id="R49b5c7c868ce4862" /><Relationship Type="http://schemas.openxmlformats.org/officeDocument/2006/relationships/slide" Target="/ppt/slides/slide12.xml" Id="R52bdff7a6f234a8f" /><Relationship Type="http://schemas.openxmlformats.org/officeDocument/2006/relationships/slide" Target="/ppt/slides/slide13.xml" Id="Rc93f583534454157" /><Relationship Type="http://schemas.openxmlformats.org/officeDocument/2006/relationships/slide" Target="/ppt/slides/slide14.xml" Id="Rae162fd0935f4b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778ccadb542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1822e56881436b" /><Relationship Type="http://schemas.openxmlformats.org/officeDocument/2006/relationships/notesMaster" Target="/ppt/notesMasters/notesMaster1.xml" Id="R0ced5066757541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5b1f62469645ee" /><Relationship Type="http://schemas.openxmlformats.org/officeDocument/2006/relationships/notesMaster" Target="/ppt/notesMasters/notesMaster1.xml" Id="R96f460b492e040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bc7a6a47b24842" /><Relationship Type="http://schemas.openxmlformats.org/officeDocument/2006/relationships/notesMaster" Target="/ppt/notesMasters/notesMaster1.xml" Id="Rb9a7c17a925c4b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a5c983a6344aff" /><Relationship Type="http://schemas.openxmlformats.org/officeDocument/2006/relationships/notesMaster" Target="/ppt/notesMasters/notesMaster1.xml" Id="R430f2b15d9504a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d5b53618a4c62" /><Relationship Type="http://schemas.openxmlformats.org/officeDocument/2006/relationships/notesMaster" Target="/ppt/notesMasters/notesMaster1.xml" Id="Ra908fb6ec2c648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0a1051903a4e79" /><Relationship Type="http://schemas.openxmlformats.org/officeDocument/2006/relationships/notesMaster" Target="/ppt/notesMasters/notesMaster1.xml" Id="R2a183a0f1a5b43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6067021caa449f" /><Relationship Type="http://schemas.openxmlformats.org/officeDocument/2006/relationships/notesMaster" Target="/ppt/notesMasters/notesMaster1.xml" Id="R0ee9e00482614d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6f930ee5024a11" /><Relationship Type="http://schemas.openxmlformats.org/officeDocument/2006/relationships/notesMaster" Target="/ppt/notesMasters/notesMaster1.xml" Id="R46b0bbd1cfc84a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c2eea6250d489d" /><Relationship Type="http://schemas.openxmlformats.org/officeDocument/2006/relationships/notesMaster" Target="/ppt/notesMasters/notesMaster1.xml" Id="R02e87ae359fa4b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10ba0030e54eaa" /><Relationship Type="http://schemas.openxmlformats.org/officeDocument/2006/relationships/notesMaster" Target="/ppt/notesMasters/notesMaster1.xml" Id="R533826a11b5d43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2563f694da4f29" /><Relationship Type="http://schemas.openxmlformats.org/officeDocument/2006/relationships/notesMaster" Target="/ppt/notesMasters/notesMaster1.xml" Id="R5ddcf5ac49d84f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00131bf8be4dd5" /><Relationship Type="http://schemas.openxmlformats.org/officeDocument/2006/relationships/notesMaster" Target="/ppt/notesMasters/notesMaster1.xml" Id="R5c77202b63b747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3b3d9470774d9d" /><Relationship Type="http://schemas.openxmlformats.org/officeDocument/2006/relationships/notesMaster" Target="/ppt/notesMasters/notesMaster1.xml" Id="Rb323664ba1be42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f034304b884fa7" /><Relationship Type="http://schemas.openxmlformats.org/officeDocument/2006/relationships/notesMaster" Target="/ppt/notesMasters/notesMaster1.xml" Id="Rba93c9cf5e7746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cf56c78fb4d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9ae05076f49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c3f6662da4f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3c0c59ba04c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8368183ef41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f516e29e0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0D4B89-8EBF-482B-9A6C-D7B213013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1AC4CF-EE20-4581-8076-6BD5E1C66A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74CE71-FF80-4E7D-9353-0B97E3E33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D5815A-205E-431C-B3B6-B9D24F10A7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3C489A-C3E0-4483-9CCD-1F784FCA27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19218D-968B-4202-92E8-06A83FBAFB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EAF8A8-9C2A-4956-B4FB-E7A231B3FB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D9E31D-0531-428A-AE39-BF0D150C27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74B20E-0CD0-439E-83DC-EB9F097EE3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02BC6D-6EF5-40E1-8A28-A446985A3D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7358004c2b4c3c" /><Relationship Type="http://schemas.openxmlformats.org/officeDocument/2006/relationships/slideLayout" Target="/ppt/slideLayouts/slideLayout1.xml" Id="R593095aeb7254ee0" /><Relationship Type="http://schemas.openxmlformats.org/officeDocument/2006/relationships/slideLayout" Target="/ppt/slideLayouts/slideLayout2.xml" Id="Rd26a817383df4caf" /><Relationship Type="http://schemas.openxmlformats.org/officeDocument/2006/relationships/slideLayout" Target="/ppt/slideLayouts/slideLayout3.xml" Id="R2324abcf42f74f4b" /><Relationship Type="http://schemas.openxmlformats.org/officeDocument/2006/relationships/slideLayout" Target="/ppt/slideLayouts/slideLayout4.xml" Id="R295753ef376547c0" /><Relationship Type="http://schemas.openxmlformats.org/officeDocument/2006/relationships/slideLayout" Target="/ppt/slideLayouts/slideLayout5.xml" Id="Re1ff9e942f8e454d" /><Relationship Type="http://schemas.openxmlformats.org/officeDocument/2006/relationships/slideLayout" Target="/ppt/slideLayouts/slideLayout6.xml" Id="R3a1ca1d39bb94f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3095aeb7254ee0"/>
    <p:sldLayoutId xmlns:r="http://schemas.openxmlformats.org/officeDocument/2006/relationships" id="2147483650" r:id="Rd26a817383df4caf"/>
    <p:sldLayoutId xmlns:r="http://schemas.openxmlformats.org/officeDocument/2006/relationships" id="2147483651" r:id="R2324abcf42f74f4b"/>
    <p:sldLayoutId xmlns:r="http://schemas.openxmlformats.org/officeDocument/2006/relationships" id="2147483652" r:id="R295753ef376547c0"/>
    <p:sldLayoutId xmlns:r="http://schemas.openxmlformats.org/officeDocument/2006/relationships" id="2147483653" r:id="Re1ff9e942f8e454d"/>
    <p:sldLayoutId xmlns:r="http://schemas.openxmlformats.org/officeDocument/2006/relationships" id="2147483654" r:id="R3a1ca1d39bb94f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aef97edaa4bdd" /><Relationship Type="http://schemas.openxmlformats.org/officeDocument/2006/relationships/notesSlide" Target="/ppt/notesSlides/notesSlide1.xml" Id="R55e6a9136b354b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d31048f5e45c6" /><Relationship Type="http://schemas.openxmlformats.org/officeDocument/2006/relationships/notesSlide" Target="/ppt/notesSlides/notesSlide2.xml" Id="R7bcf7ba0b44e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f9baebc504274" /><Relationship Type="http://schemas.openxmlformats.org/officeDocument/2006/relationships/notesSlide" Target="/ppt/notesSlides/notesSlide3.xml" Id="R87a4784f88e643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d8e18f26a494b" /><Relationship Type="http://schemas.openxmlformats.org/officeDocument/2006/relationships/notesSlide" Target="/ppt/notesSlides/notesSlide4.xml" Id="Rdd4620d47a2e47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a59cb9bb54d86" /><Relationship Type="http://schemas.openxmlformats.org/officeDocument/2006/relationships/notesSlide" Target="/ppt/notesSlides/notesSlide5.xml" Id="R540b3a7eb76d47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29de8b2644a30" /><Relationship Type="http://schemas.openxmlformats.org/officeDocument/2006/relationships/notesSlide" Target="/ppt/notesSlides/notesSlide6.xml" Id="Rb0ec6162c50941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bf1fb157049d1" /><Relationship Type="http://schemas.openxmlformats.org/officeDocument/2006/relationships/notesSlide" Target="/ppt/notesSlides/notesSlide7.xml" Id="R88febb6396a14f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bd3f6a8254f1e" /><Relationship Type="http://schemas.openxmlformats.org/officeDocument/2006/relationships/notesSlide" Target="/ppt/notesSlides/notesSlide8.xml" Id="Rfe73ace4b64443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07fc8ad6848a1" /><Relationship Type="http://schemas.openxmlformats.org/officeDocument/2006/relationships/image" Target="/ppt/media/image.jpeg" Id="R60fbf4f7a9c848f9" /><Relationship Type="http://schemas.openxmlformats.org/officeDocument/2006/relationships/notesSlide" Target="/ppt/notesSlides/notesSlide9.xml" Id="R41045501c91b4e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77780ed3043ba" /><Relationship Type="http://schemas.openxmlformats.org/officeDocument/2006/relationships/image" Target="/ppt/media/image2.jpeg" Id="R49d26548d9be433c" /><Relationship Type="http://schemas.openxmlformats.org/officeDocument/2006/relationships/notesSlide" Target="/ppt/notesSlides/notesSlide10.xml" Id="R3512df6f786f4f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4f7cf97d340ee" /><Relationship Type="http://schemas.openxmlformats.org/officeDocument/2006/relationships/notesSlide" Target="/ppt/notesSlides/notesSlide11.xml" Id="R7ac70b329a4747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1708a0f694707" /><Relationship Type="http://schemas.openxmlformats.org/officeDocument/2006/relationships/notesSlide" Target="/ppt/notesSlides/notesSlide12.xml" Id="R8f3401c4568046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f8b6bf71445c9" /><Relationship Type="http://schemas.openxmlformats.org/officeDocument/2006/relationships/notesSlide" Target="/ppt/notesSlides/notesSlide13.xml" Id="Redd1dc82d4ec48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78c6a75044dc9" /><Relationship Type="http://schemas.openxmlformats.org/officeDocument/2006/relationships/notesSlide" Target="/ppt/notesSlides/notesSlide14.xml" Id="R56bb5c0150e74b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1349A-2EB1-4F51-9A61-AA70B435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StorySeed 操作教學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A3DB2-79F6-44FD-991B-BE4EC1E8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88A58-4198-4D6C-9DE3-C8E5EC46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CHUNG SING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CC639-AA16-4E00-9A10-89CA0ECD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學生寫作 · 教師人手評分</a:t>
            </a:r>
          </a:p>
          <a:p xmlns:a="http://schemas.openxmlformats.org/drawingml/2006/main">
            <a: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學生名單 CSV 匯入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D8AFA-467D-41C2-9158-71283026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2026 年 10 月 14 日版本</a:t>
            </a:r>
          </a:p>
        </p:txBody>
      </p:sp>
    </p:spTree>
    <p:extLst>
      <p:ext uri="{BB962C8B-B14F-4D97-AF65-F5344CB8AC3E}">
        <p14:creationId xmlns:p14="http://schemas.microsoft.com/office/powerpoint/2010/main" val="5481049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558D5-15DB-4E8B-B9C9-B69B5695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三個登入入口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EDB30-F94A-4259-A999-73C2F68A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C8FF2-47B0-4F1A-8ADE-11171050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學生：/student-login</a:t>
            </a:r>
          </a:p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使用校方 student ID 及教師提供的密碼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1D1FC-DCD3-41EB-B56F-6345C423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教師：/teacher-login</a:t>
            </a:r>
          </a:p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使用電郵及密碼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CAEF2-F228-4C0C-84E5-2E6F734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管理員：/admin-login</a:t>
            </a:r>
          </a:p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使用已獲管理員權限的帳戶</a:t>
            </a:r>
          </a:p>
        </p:txBody>
      </p:sp>
    </p:spTree>
    <p:extLst>
      <p:ext uri="{BB962C8B-B14F-4D97-AF65-F5344CB8AC3E}">
        <p14:creationId xmlns:p14="http://schemas.microsoft.com/office/powerpoint/2010/main" val="1924415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00FCD-56BA-49B0-ACB0-E9C826C5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學生：登入寫作空間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21C8C-8B60-4569-BAF7-2E37E836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47838-1FCF-45E0-8796-82D65B77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A8728-780D-4C75-A014-B1B96780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開啟網站的 /student-login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DD2BC-7714-48BE-9B7F-0B0311E6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輸入 student ID，例如 w00001（示範）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68BAB-C958-47B9-AA7E-3F66ED6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輸入教師交付的個人密碼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EB999-6B10-4218-A5A0-96239CA0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已匯入密碼可直接登入；舊初始碼帳戶先改碼</a:t>
            </a:r>
          </a:p>
        </p:txBody>
      </p:sp>
    </p:spTree>
    <p:extLst>
      <p:ext uri="{BB962C8B-B14F-4D97-AF65-F5344CB8AC3E}">
        <p14:creationId xmlns:p14="http://schemas.microsoft.com/office/powerpoint/2010/main" val="133611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AF395-277B-4327-A351-424644A1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學生：15 課寫作流程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9B62D-CBA2-41E8-9BEC-CC5244E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F27AA-FEFF-483B-A955-546C47B8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在「15 課」選擇課堂及 P5／P6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234F5-3578-4891-9BEF-02831DBE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依次完成構思、整理構思、大綱及草稿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06BCD-A934-4E14-B672-45F7ED13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由學生自己修訂句子及內容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CDC2D-4209-462C-8D07-4D728F3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每個階段按保存；完成後提交作品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BD893-56A0-4FEA-B600-83417919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AI 引導仍需另外設定；人手評分不需要 AI。</a:t>
            </a:r>
          </a:p>
        </p:txBody>
      </p:sp>
    </p:spTree>
    <p:extLst>
      <p:ext uri="{BB962C8B-B14F-4D97-AF65-F5344CB8AC3E}">
        <p14:creationId xmlns:p14="http://schemas.microsoft.com/office/powerpoint/2010/main" val="2042775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F6BBD-6D14-4AF6-BB34-0219F3B3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學生：提交教師評分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CB415-036F-4C2D-BB8A-A006665A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[F012][S025]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DD023-F826-47A5-BB93-8DCF43DF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4170E-3356-42D8-88F6-75B873BE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開啟「校對」，選擇課堂作品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36997-2712-411D-ABAA-216291C3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填寫作品標題及內容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A9FFB-B0B0-4E1C-A14F-A1992775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「保存修訂版本」保留修改內容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881E1-3C80-4964-B876-36CCB7D4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「提交教師評分」將作品交給教師</a:t>
            </a:r>
          </a:p>
        </p:txBody>
      </p:sp>
    </p:spTree>
    <p:extLst>
      <p:ext uri="{BB962C8B-B14F-4D97-AF65-F5344CB8AC3E}">
        <p14:creationId xmlns:p14="http://schemas.microsoft.com/office/powerpoint/2010/main" val="760691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9AA94-3A64-4E06-9FD7-DCCF477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學生：查看分數及評語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70791-C79A-419B-8728-9D9A6F1F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967FB-89F8-4417-B4E7-6BEF70DE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未評分：顯示「待教師評分，尚未有分數」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7CED7-9E55-48E9-B9FE-31A874E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已評分：查看四項分數，總分滿分 100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83CA6-9694-401B-A612-BFA06076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閱讀教師評語，再保存自己的修訂版本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3F993-8064-4517-880E-36739328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重新登入後仍可查看已保存的評分</a:t>
            </a:r>
          </a:p>
        </p:txBody>
      </p:sp>
    </p:spTree>
    <p:extLst>
      <p:ext uri="{BB962C8B-B14F-4D97-AF65-F5344CB8AC3E}">
        <p14:creationId xmlns:p14="http://schemas.microsoft.com/office/powerpoint/2010/main" val="1541128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84C13-D572-4872-B330-25FA3A4D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教師：登入及工作區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D9B1E-92AF-4C33-8793-99624F09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E009F-AB93-4484-A363-275A25B1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 /teacher-login，使用指定教師帳戶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397F6-DCF2-42EF-852A-5742960F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「帳號」：上傳學生名單，匯出名單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856B8-2707-4739-B596-C5AEC18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「校對」：閱讀學生作品及人手評分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94508-8E94-44A4-B272-666B6927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教師只可以操作已指派的班別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3C2A5-17F2-4C80-852D-94272D0D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測試帳戶及學生密碼請使用私有交付資料。</a:t>
            </a:r>
          </a:p>
        </p:txBody>
      </p:sp>
    </p:spTree>
    <p:extLst>
      <p:ext uri="{BB962C8B-B14F-4D97-AF65-F5344CB8AC3E}">
        <p14:creationId xmlns:p14="http://schemas.microsoft.com/office/powerpoint/2010/main" val="1924706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97306-0A14-4DCF-8BBF-B1CC702E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教師：學生 CSV 格式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AEE4E-D4EE-434D-8198-8FE3581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62AD9-B5A1-41A2-861E-547F6F63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2D698-5154-452F-B3AB-0D8966E5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必須有四個欄位：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50F81-1A97-40E0-AE19-6BF13E69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student ID,student name,student email,student password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AFB39-950B-4C2B-912D-2B9B5DDC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UTF-8 CSV；密碼長度 8–32 字元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72F6F-E6A9-42E2-AAE2-B86F7A6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先選班別；可加 classCode 欄驗證班別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24EF1-323C-4BF6-B95B-F6582EFA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每批最多 40 人；重複 ID／電郵會整批拒絕</a:t>
            </a:r>
          </a:p>
        </p:txBody>
      </p:sp>
    </p:spTree>
    <p:extLst>
      <p:ext uri="{BB962C8B-B14F-4D97-AF65-F5344CB8AC3E}">
        <p14:creationId xmlns:p14="http://schemas.microsoft.com/office/powerpoint/2010/main" val="20263054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FFCE5-3CB5-4125-8451-2EA6A23E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教師：上傳學生名單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D2483-495F-427D-AD52-1FC6C8A5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5CCEA-7D3F-422C-BE46-38D29D2F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選擇正確班別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554A1-5FE8-44CA-9ABC-632E325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按「上傳學生 CSV」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01906-6F4F-47CE-9157-B41325BE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核對讀入內容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E9221-29F3-4C7D-91AB-145B202C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按「預覽並生成帳號」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D0F1E-8199-4C2D-9D96-0B18B3331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bf4f7a9c848f9"/>
          <a:stretch xmlns:a="http://schemas.openxmlformats.org/drawingml/2006/main"/>
        </p:blipFill>
        <p:spPr>
          <a:xfrm xmlns:a="http://schemas.openxmlformats.org/drawingml/2006/main">
            <a:off x="5957358" y="1571625"/>
            <a:ext cx="4277783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6160E-9157-4253-BA8C-FB15FB8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附件 20 位學生已建立，勿重複匯入。</a:t>
            </a:r>
          </a:p>
        </p:txBody>
      </p:sp>
    </p:spTree>
    <p:extLst>
      <p:ext uri="{BB962C8B-B14F-4D97-AF65-F5344CB8AC3E}">
        <p14:creationId xmlns:p14="http://schemas.microsoft.com/office/powerpoint/2010/main" val="247956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BB08D-691E-4129-8D00-B8D7FB80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教師：人手評分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C3DF6-A169-4437-8460-3E53CFA0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[F012][S026]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FBE19-888D-498E-ACBE-2DAA03EB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523C-852F-4849-B167-7C499313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選取學生作品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28733-AF69-428A-BD84-78B8C9DE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閱讀最新版本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D645C-5B0C-4D52-ADD2-C35BC64A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四項各填 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35D0C-309A-492C-9BB0-244DBD1E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填評語並保存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5CFE5-6A89-4F46-8DFA-CC57EE941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26548d9be433c"/>
          <a:stretch xmlns:a="http://schemas.openxmlformats.org/drawingml/2006/main"/>
        </p:blipFill>
        <p:spPr>
          <a:xfrm xmlns:a="http://schemas.openxmlformats.org/drawingml/2006/main">
            <a:off x="5243445" y="1476375"/>
            <a:ext cx="580085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42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58C6E-3122-4121-9FDC-2D80A8A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教師：評分項目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88BA2-332A-4CB4-846B-AB1BDE61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A481D-BB71-4933-96A5-BC11DFC7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構思與創意：內容及原創表達，0–25 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41679-58B8-4CAD-A171-6246BC46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結構：開端、發展及結尾，0–25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E3905-99A2-48F1-9202-B66B5372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語言：詞語、句子及文法，0–25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7C53F-32CC-4B09-931F-29A7EB9F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修訂努力：根據回饋修改作品，0–25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66280-C7F5-4BD4-8B50-FD593648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四項都要填；保存後學生可以查看總分及評語。</a:t>
            </a:r>
          </a:p>
        </p:txBody>
      </p:sp>
    </p:spTree>
    <p:extLst>
      <p:ext uri="{BB962C8B-B14F-4D97-AF65-F5344CB8AC3E}">
        <p14:creationId xmlns:p14="http://schemas.microsoft.com/office/powerpoint/2010/main" val="20889599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A586C-9EDA-455E-9739-27111C62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教師：開設任務及教材文字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EC78B-8E62-4DD8-BCEB-55DA813D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3E66E-F9D6-49DF-8F16-F9C6197F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在「寫作任務」選擇班別及年級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3CB0-5E28-432E-9BB4-91C88811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填寫任務標題及教材／寫作指示文字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62833-2667-431A-9BE7-DF3A0FA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建立草稿後，可以向該班學生發佈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0F203-D786-4EDA-B506-CEA6FE26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目前不支援 PDF／Word 教材上傳；</a:t>
            </a:r>
          </a:p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自訂任務的學生選取畫面仍待補齊</a:t>
            </a:r>
          </a:p>
        </p:txBody>
      </p:sp>
    </p:spTree>
    <p:extLst>
      <p:ext uri="{BB962C8B-B14F-4D97-AF65-F5344CB8AC3E}">
        <p14:creationId xmlns:p14="http://schemas.microsoft.com/office/powerpoint/2010/main" val="11006323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A29EE-314D-47BC-B276-E2AB3F19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管理員：教師及學生帳戶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CCA6E-0783-4A98-8E4D-CBF557FC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EE7A9-11BC-4D06-AF7C-D175B4A5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教師：新增電郵、密碼及顯示名稱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ECC94-B790-453D-887D-DCFC70DA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教師：編輯名稱／密碼，或移除登入權限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63ACF-9845-4420-B13C-878BA843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學生：按班別查看，啟用或停用帳戶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1F1BB-A164-4042-9684-91A37182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目前學生新增由教師 CSV／單一新增完成；</a:t>
            </a:r>
          </a:p>
          <a:p xmlns:a="http://schemas.openxmlformats.org/drawingml/2006/main">
            <a: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admin 學生姓名編輯及刪除按鈕尚未提供</a:t>
            </a:r>
          </a:p>
        </p:txBody>
      </p:sp>
    </p:spTree>
    <p:extLst>
      <p:ext uri="{BB962C8B-B14F-4D97-AF65-F5344CB8AC3E}">
        <p14:creationId xmlns:p14="http://schemas.microsoft.com/office/powerpoint/2010/main" val="11819560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4666F-8212-45AC-8067-7AAFC7C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明日課堂前檢查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AF3FF-0714-4A0E-8345-01E472B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6F66D-A753-4750-812E-9B117D7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教師先登入，確認班別與名單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CE174-3B4D-4994-99D2-5CC0A5D2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學生拿到各自 student ID 及個人密碼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8D23D-8579-4335-9DB3-0C85195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先試一份短作品：提交、評分、重新登入查看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3309-3269-48AA-986E-E85539A3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共用電腦用完後登出；密碼及名單勿公開分享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5A7B0-3C46-4F48-BD9D-87A31AC4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https://blue-llama-207349.hostingersite.com</a:t>
            </a:r>
          </a:p>
        </p:txBody>
      </p:sp>
    </p:spTree>
    <p:extLst>
      <p:ext uri="{BB962C8B-B14F-4D97-AF65-F5344CB8AC3E}">
        <p14:creationId xmlns:p14="http://schemas.microsoft.com/office/powerpoint/2010/main" val="423372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2026-10-14T07:54:52.8320000Z</dcterms:created>
  <dcterms:modified xsi:type="dcterms:W3CDTF">2026-10-14T07:54:52.8320000Z</dcterms:modified>
</coreProperties>
</file>